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Inter Bold" charset="1" panose="020B0802030000000004"/>
      <p:regular r:id="rId14"/>
    </p:embeddedFont>
    <p:embeddedFont>
      <p:font typeface="Inter" charset="1" panose="020B0502030000000004"/>
      <p:regular r:id="rId15"/>
    </p:embeddedFont>
    <p:embeddedFont>
      <p:font typeface="Inter Italics" charset="1" panose="020B050203000000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91358" y="4563338"/>
            <a:ext cx="22211183" cy="8117178"/>
          </a:xfrm>
          <a:custGeom>
            <a:avLst/>
            <a:gdLst/>
            <a:ahLst/>
            <a:cxnLst/>
            <a:rect r="r" b="b" t="t" l="l"/>
            <a:pathLst>
              <a:path h="8117178" w="22211183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48419"/>
            <a:ext cx="14653008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spc="-21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EVALUACION 1 INTELIGENCIA ARTIFICIAL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0880" y="6124994"/>
            <a:ext cx="7424324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INTEGRANTES: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SEBASTIAN SORIANO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FERNANDA FERNANDEZ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LUKAS LAGOS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BENJAMIN GAJARDO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33930" y="1719104"/>
            <a:ext cx="6986377" cy="3921541"/>
            <a:chOff x="0" y="0"/>
            <a:chExt cx="1272529" cy="714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2529" cy="714286"/>
            </a:xfrm>
            <a:custGeom>
              <a:avLst/>
              <a:gdLst/>
              <a:ahLst/>
              <a:cxnLst/>
              <a:rect r="r" b="b" t="t" l="l"/>
              <a:pathLst>
                <a:path h="714286" w="1272529">
                  <a:moveTo>
                    <a:pt x="0" y="0"/>
                  </a:moveTo>
                  <a:lnTo>
                    <a:pt x="1272529" y="0"/>
                  </a:lnTo>
                  <a:lnTo>
                    <a:pt x="1272529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2"/>
              <a:stretch>
                <a:fillRect l="0" t="-63" r="0" b="-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49145" y="6087409"/>
            <a:ext cx="11871162" cy="2557778"/>
            <a:chOff x="0" y="0"/>
            <a:chExt cx="3315147" cy="714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15146" cy="714286"/>
            </a:xfrm>
            <a:custGeom>
              <a:avLst/>
              <a:gdLst/>
              <a:ahLst/>
              <a:cxnLst/>
              <a:rect r="r" b="b" t="t" l="l"/>
              <a:pathLst>
                <a:path h="714286" w="3315146">
                  <a:moveTo>
                    <a:pt x="0" y="0"/>
                  </a:moveTo>
                  <a:lnTo>
                    <a:pt x="3315146" y="0"/>
                  </a:lnTo>
                  <a:lnTo>
                    <a:pt x="331514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3"/>
              <a:stretch>
                <a:fillRect l="-1106" t="0" r="-58626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882990"/>
            <a:ext cx="9804972" cy="2070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14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PRINCIPALES PROBLEMAS ENCONTRADOS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89882"/>
            <a:ext cx="9613762" cy="2137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Los problemas encontrados fueron:</a:t>
            </a:r>
          </a:p>
          <a:p>
            <a:pPr algn="l" marL="530162" indent="-265081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Existencia de nulos</a:t>
            </a:r>
          </a:p>
          <a:p>
            <a:pPr algn="l" marL="530162" indent="-265081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Existencia de duplicados</a:t>
            </a:r>
          </a:p>
          <a:p>
            <a:pPr algn="l" marL="530162" indent="-265081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Existencia de outliers</a:t>
            </a:r>
          </a:p>
          <a:p>
            <a:pPr algn="l" marL="530162" indent="-265081" lvl="1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Existencia de incoherencias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5676" y="329807"/>
            <a:ext cx="8398406" cy="5098102"/>
          </a:xfrm>
          <a:custGeom>
            <a:avLst/>
            <a:gdLst/>
            <a:ahLst/>
            <a:cxnLst/>
            <a:rect r="r" b="b" t="t" l="l"/>
            <a:pathLst>
              <a:path h="5098102" w="8398406">
                <a:moveTo>
                  <a:pt x="0" y="0"/>
                </a:moveTo>
                <a:lnTo>
                  <a:pt x="8398406" y="0"/>
                </a:lnTo>
                <a:lnTo>
                  <a:pt x="8398406" y="5098102"/>
                </a:lnTo>
                <a:lnTo>
                  <a:pt x="0" y="5098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83830" y="5561905"/>
            <a:ext cx="11920339" cy="4517058"/>
          </a:xfrm>
          <a:custGeom>
            <a:avLst/>
            <a:gdLst/>
            <a:ahLst/>
            <a:cxnLst/>
            <a:rect r="r" b="b" t="t" l="l"/>
            <a:pathLst>
              <a:path h="4517058" w="11920339">
                <a:moveTo>
                  <a:pt x="0" y="0"/>
                </a:moveTo>
                <a:lnTo>
                  <a:pt x="11920340" y="0"/>
                </a:lnTo>
                <a:lnTo>
                  <a:pt x="11920340" y="4517058"/>
                </a:lnTo>
                <a:lnTo>
                  <a:pt x="0" y="4517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3109" y="1971145"/>
            <a:ext cx="17321781" cy="6344711"/>
          </a:xfrm>
          <a:custGeom>
            <a:avLst/>
            <a:gdLst/>
            <a:ahLst/>
            <a:cxnLst/>
            <a:rect r="r" b="b" t="t" l="l"/>
            <a:pathLst>
              <a:path h="6344711" w="17321781">
                <a:moveTo>
                  <a:pt x="0" y="0"/>
                </a:moveTo>
                <a:lnTo>
                  <a:pt x="17321782" y="0"/>
                </a:lnTo>
                <a:lnTo>
                  <a:pt x="17321782" y="6344710"/>
                </a:lnTo>
                <a:lnTo>
                  <a:pt x="0" y="6344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9871" y="2390295"/>
            <a:ext cx="1064272" cy="10642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41197" y="2390295"/>
            <a:ext cx="1064272" cy="106427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39871" y="5457769"/>
            <a:ext cx="1064272" cy="10642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41197" y="5457769"/>
            <a:ext cx="1064272" cy="10642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2650111"/>
            <a:ext cx="6663544" cy="3079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14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PRINCIPALES DECISIONES DE TRATAMIENTO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813259"/>
            <a:ext cx="6168403" cy="1280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Nosotros para la solución de los problemas tomamos las siguientes decisiones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8140" y="2652225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9871" y="3689565"/>
            <a:ext cx="2869977" cy="37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Uso de la mediana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39871" y="4205409"/>
            <a:ext cx="2734391" cy="53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caso de existencia de nulos y outliers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59466" y="2652225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41197" y="3689565"/>
            <a:ext cx="3011817" cy="37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Uso de un Winsorizer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41197" y="4205409"/>
            <a:ext cx="2734391" cy="26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caso de los outliers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58140" y="5719699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9871" y="6757039"/>
            <a:ext cx="2869977" cy="73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Eliminación de Registros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9871" y="7630810"/>
            <a:ext cx="2734391" cy="26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caso de duplicados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9466" y="5719699"/>
            <a:ext cx="827735" cy="61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41197" y="6757039"/>
            <a:ext cx="2869977" cy="372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Clip () y Unificar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41197" y="7335937"/>
            <a:ext cx="2734391" cy="79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el caso de las incoherencias de variables cuantitativas y cualitativas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12241" y="1512889"/>
            <a:ext cx="13292828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spc="-179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PRINCIPALES RESULTADOS DEL 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28869" y="4271963"/>
            <a:ext cx="10230261" cy="85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4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Tuvimos los siguientes resultados luego del análisis exploratorio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12241" y="5704127"/>
            <a:ext cx="3459080" cy="92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Distribuciones y Simetrías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12241" y="6580804"/>
            <a:ext cx="3459080" cy="10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130" indent="-208565" lvl="1">
              <a:lnSpc>
                <a:spcPts val="2704"/>
              </a:lnSpc>
              <a:buFont typeface="Arial"/>
              <a:buChar char="•"/>
            </a:pPr>
            <a:r>
              <a:rPr lang="en-US" sz="1932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Comportamientos Heterogeneos</a:t>
            </a:r>
          </a:p>
          <a:p>
            <a:pPr algn="l" marL="417130" indent="-208565" lvl="1">
              <a:lnSpc>
                <a:spcPts val="2704"/>
              </a:lnSpc>
              <a:buFont typeface="Arial"/>
              <a:buChar char="•"/>
            </a:pPr>
            <a:r>
              <a:rPr lang="en-US" sz="1932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Asimetria Marcada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51787" y="5698608"/>
            <a:ext cx="3459080" cy="92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Separación de la señal y el ruido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1787" y="6580804"/>
            <a:ext cx="3459080" cy="68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130" indent="-208565" lvl="1">
              <a:lnSpc>
                <a:spcPts val="2704"/>
              </a:lnSpc>
              <a:buFont typeface="Arial"/>
              <a:buChar char="•"/>
            </a:pPr>
            <a:r>
              <a:rPr lang="en-US" sz="1932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Rendimiento impulsado por ciertas 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9004" y="5698608"/>
            <a:ext cx="4376886" cy="929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Relevacia practica v/s Significancia Estadistica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16679" y="6580804"/>
            <a:ext cx="3459080" cy="102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7130" indent="-208565" lvl="1">
              <a:lnSpc>
                <a:spcPts val="2704"/>
              </a:lnSpc>
              <a:buFont typeface="Arial"/>
              <a:buChar char="•"/>
            </a:pPr>
            <a:r>
              <a:rPr lang="en-US" sz="1932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Rendimiento de los Becados</a:t>
            </a:r>
          </a:p>
          <a:p>
            <a:pPr algn="l" marL="417130" indent="-208565" lvl="1">
              <a:lnSpc>
                <a:spcPts val="2704"/>
              </a:lnSpc>
              <a:buFont typeface="Arial"/>
              <a:buChar char="•"/>
            </a:pPr>
            <a:r>
              <a:rPr lang="en-US" sz="1932" i="true">
                <a:solidFill>
                  <a:srgbClr val="000000"/>
                </a:solidFill>
                <a:latin typeface="Inter Italics"/>
                <a:ea typeface="Inter Italics"/>
                <a:cs typeface="Inter Italics"/>
                <a:sym typeface="Inter Italics"/>
              </a:rPr>
              <a:t>Diferencia entre carreras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6743651" y="5426709"/>
            <a:ext cx="0" cy="2403441"/>
          </a:xfrm>
          <a:prstGeom prst="line">
            <a:avLst/>
          </a:prstGeom>
          <a:ln cap="flat" w="38100">
            <a:solidFill>
              <a:srgbClr val="24497B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 flipV="true">
            <a:off x="11819004" y="5426709"/>
            <a:ext cx="0" cy="2403441"/>
          </a:xfrm>
          <a:prstGeom prst="line">
            <a:avLst/>
          </a:prstGeom>
          <a:ln cap="flat" w="38100">
            <a:solidFill>
              <a:srgbClr val="24497B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59101" y="475321"/>
            <a:ext cx="6263026" cy="4964920"/>
          </a:xfrm>
          <a:custGeom>
            <a:avLst/>
            <a:gdLst/>
            <a:ahLst/>
            <a:cxnLst/>
            <a:rect r="r" b="b" t="t" l="l"/>
            <a:pathLst>
              <a:path h="4964920" w="6263026">
                <a:moveTo>
                  <a:pt x="0" y="0"/>
                </a:moveTo>
                <a:lnTo>
                  <a:pt x="6263026" y="0"/>
                </a:lnTo>
                <a:lnTo>
                  <a:pt x="6263026" y="4964920"/>
                </a:lnTo>
                <a:lnTo>
                  <a:pt x="0" y="4964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01262" y="6165750"/>
            <a:ext cx="8120865" cy="2938980"/>
          </a:xfrm>
          <a:custGeom>
            <a:avLst/>
            <a:gdLst/>
            <a:ahLst/>
            <a:cxnLst/>
            <a:rect r="r" b="b" t="t" l="l"/>
            <a:pathLst>
              <a:path h="2938980" w="8120865">
                <a:moveTo>
                  <a:pt x="0" y="0"/>
                </a:moveTo>
                <a:lnTo>
                  <a:pt x="8120865" y="0"/>
                </a:lnTo>
                <a:lnTo>
                  <a:pt x="8120865" y="2938980"/>
                </a:lnTo>
                <a:lnTo>
                  <a:pt x="0" y="2938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61475"/>
            <a:ext cx="9044934" cy="564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ESTADO FINAL DE CALIDAD DE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DAHUNrY7o9U</dc:identifier>
  <dcterms:modified xsi:type="dcterms:W3CDTF">2011-08-01T06:04:30Z</dcterms:modified>
  <cp:revision>1</cp:revision>
  <dc:title>Presentacion IA Limpiado y Tratado de Datos</dc:title>
</cp:coreProperties>
</file>